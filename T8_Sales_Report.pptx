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20A0A-39F9-2DBC-5D0B-3BBC512873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1998DC-0D74-1FE5-4B9A-2C84374845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A3728-B65C-C6AA-E70F-2E5B2524D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1060F-BC8F-4D5B-B7C2-D72DC07445E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E08B5-C130-A56C-0EB0-8CAC560E8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612D0-9E9B-F9B0-DF34-FBF8B36EB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95D1-207E-4C54-8201-C1CDFAED9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465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6895C-F5D8-9DAC-18F0-A27DB3C1F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A32EB-6235-A8D3-1707-5E16865A0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9462F-E531-FFC0-6EAE-A5D799977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1060F-BC8F-4D5B-B7C2-D72DC07445E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8178-E079-2103-CCBE-B94C50802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CBC98-5929-56F9-46CB-19B689FCF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95D1-207E-4C54-8201-C1CDFAED9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9275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36A1F-8D89-23E3-C814-82BDC6BC5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06123-C89F-81D7-EBD1-4F97D5DC1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F0299-2678-5617-BF61-09CF44B29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1060F-BC8F-4D5B-B7C2-D72DC07445E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AE42D-1D62-ADBB-B865-DAB4C95C9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9ED0F-DA60-4D8E-1D5B-19C50AC67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95D1-207E-4C54-8201-C1CDFAED9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546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B5ABD-AEE0-64DF-62E5-1D140E69B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30B4F-8387-14EA-6A65-D6F5E5E830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EF98DB-6F9D-145F-7621-2D2F8D1494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8E8784-A548-3E92-1F9A-196E7F050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1060F-BC8F-4D5B-B7C2-D72DC07445E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9CE6CE-BA0A-1BF8-E08D-7A123992D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60600E-2C76-C015-78DD-14D57CB76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95D1-207E-4C54-8201-C1CDFAED9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253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85845-B66F-39A3-7A5E-A0D2B9CDF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73F4F-AD62-1CB3-DC80-840014C92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CDFFB8-B320-7BD3-60F8-3BD9465E6E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AE77DA-7EF6-37B3-5D99-D3C4E0628E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6725CB-16E3-E3C9-D879-C1F04622A9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924275-3125-15D5-CE53-3AB5B02A7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1060F-BC8F-4D5B-B7C2-D72DC07445E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0FDB17-56B7-B7DB-5587-8AFC1228D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DC8BEE-FE27-1858-25CE-7E5A8EEE7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95D1-207E-4C54-8201-C1CDFAED9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378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C4BDE-246B-2A86-E0E3-28180DAAE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A91718-3BF8-DFD6-E902-8450B75EA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1060F-BC8F-4D5B-B7C2-D72DC07445E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51F9B8-DB66-E9C4-BA22-B9EB0A088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DF6B9-F34A-D437-F660-EE9CE1F16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95D1-207E-4C54-8201-C1CDFAED9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435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CEA3BB-1B41-4D45-BA00-37853EB98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1060F-BC8F-4D5B-B7C2-D72DC07445E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C845A3-940F-6734-18CE-E8E327EC5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FC020F-EEE8-A3AD-4351-E223E07DB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95D1-207E-4C54-8201-C1CDFAED9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554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4CEE0-AD6F-062B-1424-D66375893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692F7-187E-CA87-2785-006CF57BD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79C883-1956-2201-0724-88A3AAD024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2BC0EA-E025-9535-74A3-A4739C1A1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1060F-BC8F-4D5B-B7C2-D72DC07445E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835011-5822-8D49-F13A-8FBA09A02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05D12-EC84-20A4-A953-D92ED61BB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95D1-207E-4C54-8201-C1CDFAED9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09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63E61-5B6F-A242-7C96-43B6BE769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B4CFC9-80EB-C227-E766-B61C4A7129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2EB8A-4082-1638-56CD-A384899E0C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1D0A1-D2D5-3274-7100-CBC80C237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1060F-BC8F-4D5B-B7C2-D72DC07445E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5DD7A-60AA-F3A8-F230-2AA199F61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2C684-9595-C7EB-0A84-78397CB76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95D1-207E-4C54-8201-C1CDFAED9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997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CB012-31A4-BE68-134C-1740BAFBE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4AF12C-4982-9489-581D-013BE3BD3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D2EFE-9946-9EC2-18B6-F4CDE865A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1060F-BC8F-4D5B-B7C2-D72DC07445E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6879A-9721-D7AD-9B36-1CBB72BD6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B9EE9-D220-C8ED-37B6-1DAF4D579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95D1-207E-4C54-8201-C1CDFAED9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941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13B298-4D12-2048-6CAD-5405031302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8A787B-C28D-643E-9512-120698595A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FDC2B-761F-5576-DA61-0CC71569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1060F-BC8F-4D5B-B7C2-D72DC07445E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279B1-056D-E95E-9843-1D650E2CE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BBD56-9640-6EF2-2D81-468760732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D95D1-207E-4C54-8201-C1CDFAED9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3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9E70D-F6F1-4375-C72D-EFA4375FE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2A37A-59CA-86BF-8265-2C307BC96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44990-B35E-683F-8224-FA64474364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51060F-BC8F-4D5B-B7C2-D72DC07445E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6D1FC-7084-F2E2-67CE-2658757EEA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9327B-6113-F7B0-CFFD-874FE0086F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BD95D1-207E-4C54-8201-C1CDFAED9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686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7CE3D-0866-6A21-213E-B0C2062EC4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A8C1D6-33D6-3F9E-EE41-316F02B823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D6464B-15F9-BA2D-23C0-41CB2C3920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15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240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9AFFF-936B-7FEE-A233-7F509CADE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547"/>
            <a:ext cx="10515600" cy="59684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600" b="1" dirty="0"/>
              <a:t>Title:</a:t>
            </a:r>
          </a:p>
          <a:p>
            <a:pPr>
              <a:buNone/>
            </a:pPr>
            <a:r>
              <a:rPr lang="en-US" dirty="0"/>
              <a:t>Simple Analysis of Market Sales Using Power BI</a:t>
            </a: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Objective:</a:t>
            </a:r>
          </a:p>
          <a:p>
            <a:pPr marL="0" indent="0">
              <a:buNone/>
            </a:pPr>
            <a:r>
              <a:rPr lang="en-US" dirty="0"/>
              <a:t>To create an interactive dashboard that shows sales performance by product, region, and month using Power BI.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Tools Used: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Power BI (Dashboard creation)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Optional: Python + Pandas (for data cleaning)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8393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75598-F934-31FA-FC42-8F435DD95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390274"/>
            <a:ext cx="11193379" cy="4467726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sz="3600" b="1" dirty="0"/>
              <a:t>Steps Followed:</a:t>
            </a:r>
          </a:p>
          <a:p>
            <a:pPr>
              <a:buFont typeface="+mj-lt"/>
              <a:buAutoNum type="arabicPeriod"/>
            </a:pPr>
            <a:r>
              <a:rPr lang="en-US" sz="3600" dirty="0"/>
              <a:t>Imported the dataset into Power BI</a:t>
            </a:r>
          </a:p>
          <a:p>
            <a:pPr>
              <a:buFont typeface="+mj-lt"/>
              <a:buAutoNum type="arabicPeriod"/>
            </a:pPr>
            <a:r>
              <a:rPr lang="en-US" sz="3600" dirty="0"/>
              <a:t>Converted 'Order Date' to 'Month-Year' format</a:t>
            </a:r>
          </a:p>
          <a:p>
            <a:pPr>
              <a:buFont typeface="+mj-lt"/>
              <a:buAutoNum type="arabicPeriod"/>
            </a:pPr>
            <a:r>
              <a:rPr lang="en-US" sz="3600" dirty="0"/>
              <a:t>Added visuals: Line Chart, Bar Chart, Donut Chart</a:t>
            </a:r>
          </a:p>
          <a:p>
            <a:pPr>
              <a:buFont typeface="+mj-lt"/>
              <a:buAutoNum type="arabicPeriod"/>
            </a:pPr>
            <a:r>
              <a:rPr lang="en-US" sz="3600" dirty="0"/>
              <a:t>Applied slicers for filters (Year, Month, Region, Ship Mode)</a:t>
            </a:r>
          </a:p>
          <a:p>
            <a:pPr>
              <a:buFont typeface="+mj-lt"/>
              <a:buAutoNum type="arabicPeriod"/>
            </a:pPr>
            <a:r>
              <a:rPr lang="en-US" sz="3600" dirty="0"/>
              <a:t>Used color formatting to highlight high-performing segments</a:t>
            </a:r>
          </a:p>
          <a:p>
            <a:pPr>
              <a:buFont typeface="+mj-lt"/>
              <a:buAutoNum type="arabicPeriod"/>
            </a:pPr>
            <a:r>
              <a:rPr lang="en-US" sz="3600" dirty="0"/>
              <a:t>Wrote 3–4 key business insights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6894AE2-5AC9-2A0E-1CA0-28B4A2FBA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500714"/>
            <a:ext cx="7920790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Name: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T8_Sales_Data.csv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Columns: Order Date, Region, Category, Sales, Quantity, Sub-Category, Ship Mode,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576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84BB7-B224-62F9-8104-7F96955C8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8968"/>
            <a:ext cx="10515600" cy="5807995"/>
          </a:xfrm>
        </p:spPr>
        <p:txBody>
          <a:bodyPr/>
          <a:lstStyle/>
          <a:p>
            <a:pPr>
              <a:buNone/>
            </a:pPr>
            <a:r>
              <a:rPr lang="en-US" sz="3200" b="1" dirty="0"/>
              <a:t>Key Insights: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📍 </a:t>
            </a:r>
            <a:r>
              <a:rPr lang="en-US" sz="2800" b="1" dirty="0"/>
              <a:t>Total Sales:</a:t>
            </a:r>
            <a:r>
              <a:rPr lang="en-US" sz="2800" dirty="0"/>
              <a:t> $345.57K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📦 </a:t>
            </a:r>
            <a:r>
              <a:rPr lang="en-US" sz="2800" b="1" dirty="0"/>
              <a:t>Total Quantity Sold:</a:t>
            </a:r>
            <a:r>
              <a:rPr lang="en-US" sz="2800" dirty="0"/>
              <a:t> 772 units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🗺 </a:t>
            </a:r>
            <a:r>
              <a:rPr lang="en-US" sz="2800" b="1" dirty="0"/>
              <a:t>Top Region:</a:t>
            </a:r>
            <a:r>
              <a:rPr lang="en-US" sz="2800" dirty="0"/>
              <a:t> West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🖥 </a:t>
            </a:r>
            <a:r>
              <a:rPr lang="en-US" sz="2800" b="1" dirty="0"/>
              <a:t>Top Category:</a:t>
            </a:r>
            <a:r>
              <a:rPr lang="en-US" sz="2800" dirty="0"/>
              <a:t> Technology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🗓 </a:t>
            </a:r>
            <a:r>
              <a:rPr lang="en-US" sz="2800" b="1" dirty="0"/>
              <a:t>Peak Month:</a:t>
            </a:r>
            <a:r>
              <a:rPr lang="en-US" sz="2800" dirty="0"/>
              <a:t> December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🏙 </a:t>
            </a:r>
            <a:r>
              <a:rPr lang="en-US" sz="2800" b="1" dirty="0"/>
              <a:t>Top City:</a:t>
            </a:r>
            <a:r>
              <a:rPr lang="en-US" sz="2800" dirty="0"/>
              <a:t> New York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👥 </a:t>
            </a:r>
            <a:r>
              <a:rPr lang="en-US" sz="2800" b="1" dirty="0"/>
              <a:t>Top Segment:</a:t>
            </a:r>
            <a:r>
              <a:rPr lang="en-US" sz="2800" dirty="0"/>
              <a:t> Consumer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5877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179</Words>
  <Application>Microsoft Office PowerPoint</Application>
  <PresentationFormat>Widescreen</PresentationFormat>
  <Paragraphs>30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Unicode MS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Sufiyan Zamindar</dc:creator>
  <cp:lastModifiedBy>Sufiyan Zamindar</cp:lastModifiedBy>
  <cp:revision>1</cp:revision>
  <dcterms:created xsi:type="dcterms:W3CDTF">2025-05-02T16:54:22Z</dcterms:created>
  <dcterms:modified xsi:type="dcterms:W3CDTF">2025-05-02T17:09:18Z</dcterms:modified>
</cp:coreProperties>
</file>